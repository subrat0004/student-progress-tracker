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29E707-D983-4C48-873E-271CD7C8C2CA}" v="9" dt="2025-11-13T18:14:53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33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rat Jena" userId="051c4ccfa72899f0" providerId="LiveId" clId="{77A5EDCB-C58E-4446-B322-5F8739C13748}"/>
    <pc:docChg chg="custSel modSld">
      <pc:chgData name="Subrat Jena" userId="051c4ccfa72899f0" providerId="LiveId" clId="{77A5EDCB-C58E-4446-B322-5F8739C13748}" dt="2025-11-13T18:15:17.705" v="25" actId="1076"/>
      <pc:docMkLst>
        <pc:docMk/>
      </pc:docMkLst>
      <pc:sldChg chg="modSp mod">
        <pc:chgData name="Subrat Jena" userId="051c4ccfa72899f0" providerId="LiveId" clId="{77A5EDCB-C58E-4446-B322-5F8739C13748}" dt="2025-11-13T18:14:53.571" v="20" actId="27636"/>
        <pc:sldMkLst>
          <pc:docMk/>
          <pc:sldMk cId="0" sldId="256"/>
        </pc:sldMkLst>
        <pc:spChg chg="mod">
          <ac:chgData name="Subrat Jena" userId="051c4ccfa72899f0" providerId="LiveId" clId="{77A5EDCB-C58E-4446-B322-5F8739C13748}" dt="2025-11-13T18:14:53.436" v="19"/>
          <ac:spMkLst>
            <pc:docMk/>
            <pc:sldMk cId="0" sldId="256"/>
            <ac:spMk id="2" creationId="{00000000-0000-0000-0000-000000000000}"/>
          </ac:spMkLst>
        </pc:spChg>
        <pc:spChg chg="mod">
          <ac:chgData name="Subrat Jena" userId="051c4ccfa72899f0" providerId="LiveId" clId="{77A5EDCB-C58E-4446-B322-5F8739C13748}" dt="2025-11-13T18:14:53.571" v="20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ubrat Jena" userId="051c4ccfa72899f0" providerId="LiveId" clId="{77A5EDCB-C58E-4446-B322-5F8739C13748}" dt="2025-11-13T18:14:53.620" v="21" actId="27636"/>
        <pc:sldMkLst>
          <pc:docMk/>
          <pc:sldMk cId="0" sldId="257"/>
        </pc:sldMkLst>
        <pc:spChg chg="mod">
          <ac:chgData name="Subrat Jena" userId="051c4ccfa72899f0" providerId="LiveId" clId="{77A5EDCB-C58E-4446-B322-5F8739C13748}" dt="2025-11-13T18:14:53.436" v="19"/>
          <ac:spMkLst>
            <pc:docMk/>
            <pc:sldMk cId="0" sldId="257"/>
            <ac:spMk id="2" creationId="{00000000-0000-0000-0000-000000000000}"/>
          </ac:spMkLst>
        </pc:spChg>
        <pc:spChg chg="mod">
          <ac:chgData name="Subrat Jena" userId="051c4ccfa72899f0" providerId="LiveId" clId="{77A5EDCB-C58E-4446-B322-5F8739C13748}" dt="2025-11-13T18:14:53.620" v="21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ubrat Jena" userId="051c4ccfa72899f0" providerId="LiveId" clId="{77A5EDCB-C58E-4446-B322-5F8739C13748}" dt="2025-11-13T18:15:17.705" v="25" actId="1076"/>
        <pc:sldMkLst>
          <pc:docMk/>
          <pc:sldMk cId="0" sldId="258"/>
        </pc:sldMkLst>
        <pc:spChg chg="mod">
          <ac:chgData name="Subrat Jena" userId="051c4ccfa72899f0" providerId="LiveId" clId="{77A5EDCB-C58E-4446-B322-5F8739C13748}" dt="2025-11-13T18:15:03.924" v="24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brat Jena" userId="051c4ccfa72899f0" providerId="LiveId" clId="{77A5EDCB-C58E-4446-B322-5F8739C13748}" dt="2025-11-13T18:15:17.705" v="25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Subrat Jena" userId="051c4ccfa72899f0" providerId="LiveId" clId="{77A5EDCB-C58E-4446-B322-5F8739C13748}" dt="2025-11-13T18:14:53.436" v="19"/>
        <pc:sldMkLst>
          <pc:docMk/>
          <pc:sldMk cId="0" sldId="259"/>
        </pc:sldMkLst>
        <pc:spChg chg="mod">
          <ac:chgData name="Subrat Jena" userId="051c4ccfa72899f0" providerId="LiveId" clId="{77A5EDCB-C58E-4446-B322-5F8739C13748}" dt="2025-11-13T18:14:53.436" v="19"/>
          <ac:spMkLst>
            <pc:docMk/>
            <pc:sldMk cId="0" sldId="259"/>
            <ac:spMk id="2" creationId="{00000000-0000-0000-0000-000000000000}"/>
          </ac:spMkLst>
        </pc:spChg>
        <pc:spChg chg="mod">
          <ac:chgData name="Subrat Jena" userId="051c4ccfa72899f0" providerId="LiveId" clId="{77A5EDCB-C58E-4446-B322-5F8739C13748}" dt="2025-11-13T18:14:53.436" v="19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ubrat Jena" userId="051c4ccfa72899f0" providerId="LiveId" clId="{77A5EDCB-C58E-4446-B322-5F8739C13748}" dt="2025-11-13T18:14:53.642" v="22" actId="27636"/>
        <pc:sldMkLst>
          <pc:docMk/>
          <pc:sldMk cId="0" sldId="260"/>
        </pc:sldMkLst>
        <pc:spChg chg="mod">
          <ac:chgData name="Subrat Jena" userId="051c4ccfa72899f0" providerId="LiveId" clId="{77A5EDCB-C58E-4446-B322-5F8739C13748}" dt="2025-11-13T18:14:53.436" v="19"/>
          <ac:spMkLst>
            <pc:docMk/>
            <pc:sldMk cId="0" sldId="260"/>
            <ac:spMk id="2" creationId="{00000000-0000-0000-0000-000000000000}"/>
          </ac:spMkLst>
        </pc:spChg>
        <pc:spChg chg="mod">
          <ac:chgData name="Subrat Jena" userId="051c4ccfa72899f0" providerId="LiveId" clId="{77A5EDCB-C58E-4446-B322-5F8739C13748}" dt="2025-11-13T18:14:53.642" v="22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Subrat Jena" userId="051c4ccfa72899f0" providerId="LiveId" clId="{77A5EDCB-C58E-4446-B322-5F8739C13748}" dt="2025-11-13T18:14:53.436" v="19"/>
        <pc:sldMkLst>
          <pc:docMk/>
          <pc:sldMk cId="0" sldId="261"/>
        </pc:sldMkLst>
        <pc:spChg chg="mod">
          <ac:chgData name="Subrat Jena" userId="051c4ccfa72899f0" providerId="LiveId" clId="{77A5EDCB-C58E-4446-B322-5F8739C13748}" dt="2025-11-13T18:14:53.436" v="19"/>
          <ac:spMkLst>
            <pc:docMk/>
            <pc:sldMk cId="0" sldId="261"/>
            <ac:spMk id="2" creationId="{00000000-0000-0000-0000-000000000000}"/>
          </ac:spMkLst>
        </pc:spChg>
        <pc:spChg chg="mod">
          <ac:chgData name="Subrat Jena" userId="051c4ccfa72899f0" providerId="LiveId" clId="{77A5EDCB-C58E-4446-B322-5F8739C13748}" dt="2025-11-13T18:14:53.436" v="19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Subrat Jena" userId="051c4ccfa72899f0" providerId="LiveId" clId="{77A5EDCB-C58E-4446-B322-5F8739C13748}" dt="2025-11-13T18:14:53.436" v="19"/>
        <pc:sldMkLst>
          <pc:docMk/>
          <pc:sldMk cId="0" sldId="262"/>
        </pc:sldMkLst>
        <pc:spChg chg="mod">
          <ac:chgData name="Subrat Jena" userId="051c4ccfa72899f0" providerId="LiveId" clId="{77A5EDCB-C58E-4446-B322-5F8739C13748}" dt="2025-11-13T18:14:53.436" v="19"/>
          <ac:spMkLst>
            <pc:docMk/>
            <pc:sldMk cId="0" sldId="262"/>
            <ac:spMk id="2" creationId="{00000000-0000-0000-0000-000000000000}"/>
          </ac:spMkLst>
        </pc:spChg>
        <pc:spChg chg="mod">
          <ac:chgData name="Subrat Jena" userId="051c4ccfa72899f0" providerId="LiveId" clId="{77A5EDCB-C58E-4446-B322-5F8739C13748}" dt="2025-11-13T18:14:53.436" v="19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Subrat Jena" userId="051c4ccfa72899f0" providerId="LiveId" clId="{77A5EDCB-C58E-4446-B322-5F8739C13748}" dt="2025-11-13T18:14:53.436" v="19"/>
        <pc:sldMkLst>
          <pc:docMk/>
          <pc:sldMk cId="0" sldId="263"/>
        </pc:sldMkLst>
        <pc:spChg chg="mod">
          <ac:chgData name="Subrat Jena" userId="051c4ccfa72899f0" providerId="LiveId" clId="{77A5EDCB-C58E-4446-B322-5F8739C13748}" dt="2025-11-13T18:14:53.436" v="19"/>
          <ac:spMkLst>
            <pc:docMk/>
            <pc:sldMk cId="0" sldId="263"/>
            <ac:spMk id="2" creationId="{00000000-0000-0000-0000-000000000000}"/>
          </ac:spMkLst>
        </pc:spChg>
        <pc:spChg chg="mod">
          <ac:chgData name="Subrat Jena" userId="051c4ccfa72899f0" providerId="LiveId" clId="{77A5EDCB-C58E-4446-B322-5F8739C13748}" dt="2025-11-13T18:14:53.436" v="19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Subrat Jena" userId="051c4ccfa72899f0" providerId="LiveId" clId="{77A5EDCB-C58E-4446-B322-5F8739C13748}" dt="2025-11-13T18:14:53.652" v="23" actId="27636"/>
        <pc:sldMkLst>
          <pc:docMk/>
          <pc:sldMk cId="0" sldId="264"/>
        </pc:sldMkLst>
        <pc:spChg chg="mod">
          <ac:chgData name="Subrat Jena" userId="051c4ccfa72899f0" providerId="LiveId" clId="{77A5EDCB-C58E-4446-B322-5F8739C13748}" dt="2025-11-13T18:14:53.436" v="19"/>
          <ac:spMkLst>
            <pc:docMk/>
            <pc:sldMk cId="0" sldId="264"/>
            <ac:spMk id="2" creationId="{00000000-0000-0000-0000-000000000000}"/>
          </ac:spMkLst>
        </pc:spChg>
        <pc:spChg chg="mod">
          <ac:chgData name="Subrat Jena" userId="051c4ccfa72899f0" providerId="LiveId" clId="{77A5EDCB-C58E-4446-B322-5F8739C13748}" dt="2025-11-13T18:14:53.652" v="23" actId="27636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44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9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594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018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44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9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9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112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2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0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228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852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54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408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267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284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79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42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Progress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Developed by: Subrat Kumar Jena</a:t>
            </a:r>
            <a:endParaRPr lang="en-US" dirty="0"/>
          </a:p>
          <a:p>
            <a:r>
              <a:rPr lang="en-US" dirty="0"/>
              <a:t>24SUPMCAGL093</a:t>
            </a:r>
            <a:endParaRPr dirty="0"/>
          </a:p>
          <a:p>
            <a:r>
              <a:rPr dirty="0"/>
              <a:t>Full Stack Project using React, Spring Boot &amp;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The Student Progress Tracker is a full-stack web application designed to monitor and manage student performance data.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It provides a seamless interface for both students and administrators to track academic results, attendance, and assignments.</a:t>
            </a:r>
            <a:endParaRPr lang="en-US" dirty="0"/>
          </a:p>
          <a:p>
            <a:endParaRPr dirty="0"/>
          </a:p>
          <a:p>
            <a:r>
              <a:rPr dirty="0"/>
              <a:t>Developed as part of a university project by Subrat Kumar Jena, it integrates React for the frontend, Spring Boot for the backend, and MySQL for database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7123" y="501680"/>
            <a:ext cx="6798734" cy="1303867"/>
          </a:xfrm>
        </p:spPr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429" y="1634415"/>
            <a:ext cx="8229600" cy="4708525"/>
          </a:xfrm>
        </p:spPr>
        <p:txBody>
          <a:bodyPr>
            <a:normAutofit/>
          </a:bodyPr>
          <a:lstStyle/>
          <a:p>
            <a:r>
              <a:rPr dirty="0"/>
              <a:t>Many educational institutions face challenges in maintaining student performance data efficiently.</a:t>
            </a:r>
            <a:endParaRPr lang="en-US" dirty="0"/>
          </a:p>
          <a:p>
            <a:pPr marL="0" indent="0">
              <a:buNone/>
            </a:pPr>
            <a:r>
              <a:rPr dirty="0"/>
              <a:t>Common issues include:</a:t>
            </a:r>
          </a:p>
          <a:p>
            <a:r>
              <a:rPr dirty="0"/>
              <a:t>Lack of centralized performance </a:t>
            </a:r>
            <a:r>
              <a:rPr sz="2800" dirty="0"/>
              <a:t>tracking</a:t>
            </a:r>
            <a:endParaRPr dirty="0"/>
          </a:p>
          <a:p>
            <a:r>
              <a:rPr dirty="0"/>
              <a:t>Difficulty managing attendance and assignment records</a:t>
            </a:r>
          </a:p>
          <a:p>
            <a:r>
              <a:rPr dirty="0"/>
              <a:t>Manual result entry leading to errors</a:t>
            </a:r>
          </a:p>
          <a:p>
            <a:r>
              <a:rPr dirty="0"/>
              <a:t>Poor visualization of student progress</a:t>
            </a:r>
          </a:p>
          <a:p>
            <a:r>
              <a:rPr dirty="0"/>
              <a:t>The Student Progress Tracker addresses these by providing a unified, easy-to-use digital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Frontend: React.js (Vite setup)</a:t>
            </a:r>
          </a:p>
          <a:p>
            <a:pPr marL="0" indent="0">
              <a:buNone/>
            </a:pPr>
            <a:r>
              <a:rPr dirty="0"/>
              <a:t>• Backend: Spring Boot (Java)</a:t>
            </a:r>
          </a:p>
          <a:p>
            <a:pPr marL="0" indent="0">
              <a:buNone/>
            </a:pPr>
            <a:r>
              <a:rPr dirty="0"/>
              <a:t>• Database: MySQL</a:t>
            </a:r>
          </a:p>
          <a:p>
            <a:pPr marL="0" indent="0">
              <a:buNone/>
            </a:pPr>
            <a:r>
              <a:rPr dirty="0"/>
              <a:t>• API Handling: Axios (RESTful API)</a:t>
            </a:r>
          </a:p>
          <a:p>
            <a:pPr marL="0" indent="0">
              <a:buNone/>
            </a:pPr>
            <a:r>
              <a:rPr dirty="0"/>
              <a:t>• Styling: Bootstrap 5 &amp; Custom CSS</a:t>
            </a:r>
          </a:p>
          <a:p>
            <a:pPr marL="0" indent="0">
              <a:buNone/>
            </a:pPr>
            <a:r>
              <a:rPr dirty="0"/>
              <a:t>• Charts: Recharts for data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The frontend (React) interacts with the backend via Axios calls.</a:t>
            </a:r>
          </a:p>
          <a:p>
            <a:r>
              <a:t>2. Spring Boot exposes RESTful APIs to handle CRUD operations.</a:t>
            </a:r>
          </a:p>
          <a:p>
            <a:r>
              <a:t>3. MySQL stores persistent data for users, attendance, results, and assignments.</a:t>
            </a:r>
          </a:p>
          <a:p>
            <a:r>
              <a:t>4. Admin can manage and monitor students, while students can view personalized dashboards.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Student and Admin login system</a:t>
            </a:r>
          </a:p>
          <a:p>
            <a:pPr marL="0" indent="0">
              <a:buNone/>
            </a:pPr>
            <a:r>
              <a:rPr dirty="0"/>
              <a:t>• Dashboard displaying attendance, grades, and assignments</a:t>
            </a:r>
          </a:p>
          <a:p>
            <a:pPr marL="0" indent="0">
              <a:buNone/>
            </a:pPr>
            <a:r>
              <a:rPr dirty="0"/>
              <a:t>• Real-time data visualization through charts</a:t>
            </a:r>
          </a:p>
          <a:p>
            <a:pPr marL="0" indent="0">
              <a:buNone/>
            </a:pPr>
            <a:r>
              <a:rPr dirty="0"/>
              <a:t>• Notifications for deadlines and updates</a:t>
            </a:r>
          </a:p>
          <a:p>
            <a:pPr marL="0" indent="0">
              <a:buNone/>
            </a:pPr>
            <a:r>
              <a:rPr dirty="0"/>
              <a:t>• Secure RESTful API integration</a:t>
            </a:r>
          </a:p>
          <a:p>
            <a:pPr marL="0" indent="0">
              <a:buNone/>
            </a:pPr>
            <a:r>
              <a:rPr dirty="0"/>
              <a:t>• Responsive design with modern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 &amp;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Simplifies performance tracking for both students and administrators.</a:t>
            </a:r>
          </a:p>
          <a:p>
            <a:r>
              <a:rPr dirty="0"/>
              <a:t>Enhances transparency and accessibility of student records.</a:t>
            </a:r>
          </a:p>
          <a:p>
            <a:r>
              <a:rPr dirty="0"/>
              <a:t>Provides actionable insights using data visualization.</a:t>
            </a:r>
          </a:p>
          <a:p>
            <a:r>
              <a:rPr dirty="0"/>
              <a:t>Reduces manual workload and errors.</a:t>
            </a:r>
          </a:p>
          <a:p>
            <a:r>
              <a:rPr dirty="0"/>
              <a:t>Scalable architecture suitable for institutional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Implement AI-based performance prediction.</a:t>
            </a:r>
          </a:p>
          <a:p>
            <a:pPr marL="0" indent="0">
              <a:buNone/>
            </a:pPr>
            <a:r>
              <a:rPr dirty="0"/>
              <a:t>• Add email notifications for updates and deadlines.</a:t>
            </a:r>
          </a:p>
          <a:p>
            <a:pPr marL="0" indent="0">
              <a:buNone/>
            </a:pPr>
            <a:r>
              <a:rPr dirty="0"/>
              <a:t>• Enable multi-role access (teachers, parents).</a:t>
            </a:r>
          </a:p>
          <a:p>
            <a:pPr marL="0" indent="0">
              <a:buNone/>
            </a:pPr>
            <a:r>
              <a:rPr dirty="0"/>
              <a:t>• Integrate mobile app version.</a:t>
            </a:r>
          </a:p>
          <a:p>
            <a:pPr marL="0" indent="0">
              <a:buNone/>
            </a:pPr>
            <a:r>
              <a:rPr dirty="0"/>
              <a:t>• Use JWT-based authentication for enhanced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The Student Progress Tracker project effectively demonstrates how technology can improve academic management systems.</a:t>
            </a:r>
          </a:p>
          <a:p>
            <a:endParaRPr/>
          </a:p>
          <a:p>
            <a:r>
              <a:t>By combining React, Spring Boot, and MySQL, it delivers a complete full-stack solution with secure and user-friendly features.</a:t>
            </a:r>
          </a:p>
          <a:p>
            <a:endParaRPr/>
          </a:p>
          <a:p>
            <a:r>
              <a:t>Developed by: Subrat Kumar Jena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</TotalTime>
  <Words>418</Words>
  <Application>Microsoft Office PowerPoint</Application>
  <PresentationFormat>On-screen Show (4:3)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Student Progress Tracker</vt:lpstr>
      <vt:lpstr>Introduction</vt:lpstr>
      <vt:lpstr>Problem Statement</vt:lpstr>
      <vt:lpstr>Technologies Used</vt:lpstr>
      <vt:lpstr>System Architecture</vt:lpstr>
      <vt:lpstr>Key Features</vt:lpstr>
      <vt:lpstr>Outcomes &amp; Advantages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Subrat Jena</cp:lastModifiedBy>
  <cp:revision>2</cp:revision>
  <dcterms:created xsi:type="dcterms:W3CDTF">2013-01-27T09:14:16Z</dcterms:created>
  <dcterms:modified xsi:type="dcterms:W3CDTF">2025-11-13T18:15:26Z</dcterms:modified>
  <cp:category/>
</cp:coreProperties>
</file>